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costForensics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F00"/>
                </a:solidFill>
                <a:latin typeface="Calibri"/>
              </a:defRPr>
            </a:pPr>
            <a:r>
              <a:t>Plataforma de Forensia Financiera para Comercio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Costos cloud unificados • operaciones de comercio • forensia de margenes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Sin visibilidad unificada de costos cloud y margenes comerciales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Costos cloud dispersos entre consolas de AWS, GCP y Azure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Margenes comerciales calculados en hojas de calculo sin trazabilidad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Erosion silenciosa de margenes: descuentos no rastreados, deriva de comisiones, cargos ocultos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Sin fuente unica de verdad conectando gasto cloud con rentabilidad de producto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Equipos de finanzas descubren problemas semanas o meses despues de ocurrir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La Solucion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costForensics: ve cuales son realmente tus margenes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Una plataforma: costos cloud + comercio + libro contable + forensia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Descomposicion de margenes en tiempo real desde ingresos hasta utilidad neta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Trazabilidad forense verificada con SHA-256 para cada evento financiero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Deteccion automatica de anomalias en gasto cloud y deriva de margenes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SaaS multi-tenant con aislamiento de base de datos por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Analisis de Costos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Seguimiento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Gestion de cuentas AWS, GCP, Azure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Registros de costos por servicio (EC2, S3, Lambda, etc.)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Soporte multi-moneda con tipos de cambio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Importacion CSV automatizada y sincronizacion via API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Presupuestos con alertas de umbral (50%, 80%, 100%)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Deteccion de anomalias (picos, derivas, tendencias, outliers)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Clasificacion de severidad (baja, media, alta, critica)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Reportes de costos mensuales y trimestrales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Operaciones Comerciales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Catalogo y Participantes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Productos con identificadores SKU, EAN, UPC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Seguimiento de costo y precio por producto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Vendedores con tasas de comision configurables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Segmentacion de clientes (enterprise, SMB, consumidor)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Ciclo de Vida de Ordenes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Gestion completa de ordenes: pendiente → enviado → entregado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Ordenes multi-item con cantidad y precios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Flujos de cancelacion y reembolso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Seguimiento de costo, ingreso y margen por orden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Motor Financiero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Libro Contable y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Libro de partida doble (ingresos, COGS, descuentos, cargos)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Cadena de hashes SHA-256 para registros a prueba de manipulacion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Eventos forenses: cambios de precio, aplicaciones de descuento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Trazabilidad completa desde evento hasta asiento contable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Promociones y Pagos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Reglas de promocion: porcentaje, monto fijo, escalonado, lleve-X-pague-Y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Reparto de fondos: financiado por vendedor, por plataforma, compartido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Pagos bidireccionales (entrantes + salientes)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Gestion de tipos de cambio multi-moneda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Forensia de Margenes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Ve exactamente a donde va cada centavo de margen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Descomposicion por orden: Ingresos → COGS → Descuentos → Comision → Cargos → Margen Neto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Calculo de porcentaje de margen bruto y neto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Deteccion de deriva de margenes: alertas cuando los margenes se desvian de la linea base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Desglose por producto, vendedor, segmento de cliente y periodo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La trazabilidad forense vincula cada componente de margen con su evento origen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Analitica y Reportes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Analisis de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Desglose por dia, mes, trimestre, ano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Ingresos, COGS, utilidad bruta, gastos operativos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Utilidad neta con visualizacion de tendencias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Analisis comparativo entre periodos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Inteligencia Operativa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Analisis de cohortes de retencion de clientes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Reportes de deriva de margenes con seguimiento de severidad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Tendencias de anomalias en costos cloud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Dashboards de utilizacion de presupuesto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Integracion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Conecta tu stack de comercio en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Importacion CSV con validacion, reporte de errores y seguimiento de progreso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Shopify: sincronizacion de productos y ordenes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WooCommerce: importacion de catalogo y transacciones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MedusaJS: integracion de comercio headless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Soporte de webhooks para ingesta de eventos en tiempo real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Sincronizacion por lotes para carga historica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Principios de Diseno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Arquitectura hexagonal / limpia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Modelos de dominio ricos con invariantes reforzados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Aislamiento de base de datos por tenant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Modelos GORM separados con capa de mappers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Stack Tecnologico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Backend: Go, Gin, GORM, PostgreSQL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Frontend: React, TypeScript, Vite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UI: Material UI, Recharts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Estado: Zustand + TanStack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La API en un Vistazo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Diseno de API listo para produccion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70+ endpoints REST en 6 dominios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Autenticacion JWT con autorizacion por tenant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Dominios: Costos Cloud, Comercio, Libro Contable, Forensia, Analitica, Integracion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Cadena de middleware: Recovery → RequestID → Logging → CORS → Auth → TenantDB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Documentacion OpenAPI/Swagger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Forensia Financiera para Comercio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Por que costForensics?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Trazabilidad forense — cadena de hashes SHA-256, a prueba de manipulacion, totalmente rastreable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Motor de margenes reales — ve margenes reales, no estimaciones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Vision unificada — costos cloud y comercio en una plataforma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SaaS multi-tenant — aislamiento por base de datos, cero riesgo entre tenants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Arquitectura abierta — diseno hexagonal limpio, facil de extender e integrar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  <a:latin typeface="Calibri"/>
              </a:defRPr>
            </a:pPr>
            <a:r>
              <a:t>costForensics — Conoce tus margenes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