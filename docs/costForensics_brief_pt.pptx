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costForensics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6F00"/>
                </a:solidFill>
                <a:latin typeface="Calibri"/>
              </a:defRPr>
            </a:pPr>
            <a:r>
              <a:t>Plataforma de Forense Financeira para Comercio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Custos cloud unificados • operacoes comerciais • forense de margens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O Problema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757575"/>
                </a:solidFill>
                <a:latin typeface="Calibri"/>
              </a:defRPr>
            </a:pPr>
            <a:r>
              <a:t>Sem visibilidade unificada de custos cloud e margens comerciais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Custos cloud dispersos entre consoles da AWS, GCP e Azure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Margens comerciais calculadas em planilhas sem rastreabilidade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Erosao silenciosa de margens: descontos nao rastreados, desvio de comissoes, taxas ocultas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Sem fonte unica de verdade conectando gastos cloud a rentabilidade de produto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Equipes de financas descobrem problemas semanas ou meses apos ocorrerem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costForensics — Plataforma de Forense Financeira para Comercio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A Solucao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757575"/>
                </a:solidFill>
                <a:latin typeface="Calibri"/>
              </a:defRPr>
            </a:pPr>
            <a:r>
              <a:t>costForensics: veja quais sao realmente suas margens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Uma plataforma: custos cloud + comercio + livro contabil + forense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Decomposicao de margens em tempo real da receita ao lucro liquido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Rastreabilidade forense verificada com SHA-256 para cada evento financeiro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Deteccao automatica de anomalias em gastos cloud e desvio de margens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SaaS multi-tenant com isolamento de banco de dados por tenant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costForensics — Plataforma de Forense Financeira para Comercio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Analise de Custos Cloud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F00"/>
                </a:solidFill>
                <a:latin typeface="Calibri"/>
              </a:defRPr>
            </a:pPr>
            <a:r>
              <a:t>Rastreamento de Custos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Gerenciamento de contas AWS, GCP, Azure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Registros de custos por servico (EC2, S3, Lambda, etc.)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Suporte multi-moeda com taxas de cambio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Importacao CSV automatizada e sincronizacao via API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F00"/>
                </a:solidFill>
                <a:latin typeface="Calibri"/>
              </a:defRPr>
            </a:pPr>
            <a:r>
              <a:t>Controles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2860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Orcamentos com alertas de limite (50%, 80%, 100%)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Deteccao de anomalias (picos, desvios, tendencias, outliers)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Classificacao de severidade (baixa, media, alta, critica)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Relatorios de custos mensais e trimestrais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costForensics — Plataforma de Forense Financeira para Comercio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Operacoes Comerciais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F00"/>
                </a:solidFill>
                <a:latin typeface="Calibri"/>
              </a:defRPr>
            </a:pPr>
            <a:r>
              <a:t>Catalogo e Participantes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Produtos com identificadores SKU, EAN, UPC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Rastreamento de custo e preco por produto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Vendedores com taxas de comissao configuraveis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Segmentacao de clientes (enterprise, SMB, consumidor)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F00"/>
                </a:solidFill>
                <a:latin typeface="Calibri"/>
              </a:defRPr>
            </a:pPr>
            <a:r>
              <a:t>Ciclo de Vida de Pedidos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2860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Gestao completa de pedidos: pendente → enviado → entregue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Pedidos multi-item com quantidade e precos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Fluxos de cancelamento e reembolso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Rastreamento de custo, receita e margem por pedido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costForensics — Plataforma de Forense Financeira para Comercio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Motor Financeiro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F00"/>
                </a:solidFill>
                <a:latin typeface="Calibri"/>
              </a:defRPr>
            </a:pPr>
            <a:r>
              <a:t>Livro Contabil e Auditoria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Livro de partida dobrada (receitas, COGS, descontos, taxas)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Cadeia de hashes SHA-256 para registros a prova de adulteracao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Eventos forenses: mudancas de preco, aplicacoes de desconto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Rastreabilidade completa do evento ao lancamento contabil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F00"/>
                </a:solidFill>
                <a:latin typeface="Calibri"/>
              </a:defRPr>
            </a:pPr>
            <a:r>
              <a:t>Promocoes e Pagamentos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2860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Regras de promocao: porcentagem, valor fixo, escalonado, leve-X-pague-Y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Divisao de custos: financiado pelo vendedor, pela plataforma, compartilhado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Pagamentos bidirecionais (entrada + saida)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Gerenciamento de taxas de cambio multi-moeda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costForensics — Plataforma de Forense Financeira para Comercio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Forense de Margens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757575"/>
                </a:solidFill>
                <a:latin typeface="Calibri"/>
              </a:defRPr>
            </a:pPr>
            <a:r>
              <a:t>Veja exatamente para onde vai cada centavo de margem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Decomposicao por pedido: Receita → COGS → Descontos → Comissao → Taxas → Margem Liquida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Calculo de porcentagem de margem bruta e liquida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Deteccao de desvio de margens: alertas quando margens desviam da linha base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Detalhamento por produto, vendedor, segmento de cliente e periodo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A rastreabilidade forense vincula cada componente de margem ao seu evento de origem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costForensics — Plataforma de Forense Financeira para Comercio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Analitica e Relatorios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F00"/>
                </a:solidFill>
                <a:latin typeface="Calibri"/>
              </a:defRPr>
            </a:pPr>
            <a:r>
              <a:t>Analise de DRE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Detalhamento por dia, mes, trimestre, ano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Receita, COGS, lucro bruto, despesas operacionais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Lucro liquido com visualizacao de tendencias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Analise comparativa entre periodos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F00"/>
                </a:solidFill>
                <a:latin typeface="Calibri"/>
              </a:defRPr>
            </a:pPr>
            <a:r>
              <a:t>Inteligencia Operacional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2860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Analise de coortes de retencao de clientes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Relatorios de desvio de margens com rastreamento de severidade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Tendencias de anomalias em custos cloud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Dashboards de utilizacao de orcamento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costForensics — Plataforma de Forense Financeira para Comercio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Integracao de Dados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757575"/>
                </a:solidFill>
                <a:latin typeface="Calibri"/>
              </a:defRPr>
            </a:pPr>
            <a:r>
              <a:t>Conecte seu stack de comercio em minutos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Importacao CSV com validacao, relatorio de erros e rastreamento de progresso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Conector Shopify: sincronizacao de produtos e pedidos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Conector WooCommerce: importacao de catalogo e transacoes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Conector MedusaJS: integracao de comercio headless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Suporte a webhooks para ingestao de eventos em tempo real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Sincronizacao em lote para carga historica de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costForensics — Plataforma de Forense Financeira para Comercio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Arquitetura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F00"/>
                </a:solidFill>
                <a:latin typeface="Calibri"/>
              </a:defRPr>
            </a:pPr>
            <a:r>
              <a:t>Principios de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Arquitetura hexagonal / limpa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Modelos de dominio ricos com invariantes reforcadas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Isolamento de banco de dados por tenant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Modelos GORM separados com camada de mappers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F00"/>
                </a:solidFill>
                <a:latin typeface="Calibri"/>
              </a:defRPr>
            </a:pPr>
            <a:r>
              <a:t>Stack Tecnologico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2860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Backend: Go, Gin, GORM, PostgreSQL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Frontend: React, TypeScript, Vite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UI: Material UI, Recharts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  <a:latin typeface="Calibri"/>
              </a:defRPr>
            </a:pPr>
            <a:r>
              <a:t>•  Estado: Zustand + TanStack Query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costForensics — Plataforma de Forense Financeira para Comercio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7E"/>
                </a:solidFill>
                <a:latin typeface="Calibri"/>
              </a:defRPr>
            </a:pPr>
            <a:r>
              <a:t>A API em um Olhar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757575"/>
                </a:solidFill>
                <a:latin typeface="Calibri"/>
              </a:defRPr>
            </a:pPr>
            <a:r>
              <a:t>Design de API pronto para producao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70+ endpoints REST em 6 dominios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Autenticacao JWT com autorizacao por tenant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Dominios: Custos Cloud, Comercio, Livro Contabil, Forense, Analitica, Integracao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Cadeia de middleware: Recovery → RequestID → Logging → CORS → Auth → TenantDB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  <a:latin typeface="Calibri"/>
              </a:defRPr>
            </a:pPr>
            <a:r>
              <a:t>•  Documentacao OpenAPI/Swagger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  <a:latin typeface="Calibri"/>
              </a:defRPr>
            </a:pPr>
            <a:r>
              <a:t>costForensics — Plataforma de Forense Financeira para Comercio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Por que costForensics?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Rastreabilidade forense — cadeia de hashes SHA-256, a prova de adulteracao, totalmente rastreavel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Motor de margens reais — veja margens reais, nao estimativas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Visao unificada — custos cloud e comercio em uma plataforma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SaaS multi-tenant — isolamento por banco de dados, zero risco entre tenants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•  Arquitetura aberta — design hexagonal limpo, facil de estender e integrar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6F00"/>
                </a:solidFill>
                <a:latin typeface="Calibri"/>
              </a:defRPr>
            </a:pPr>
            <a:r>
              <a:t>costForensics — Conheca suas margens reais.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