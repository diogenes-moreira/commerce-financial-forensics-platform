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costForensics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6F00"/>
                </a:solidFill>
                <a:latin typeface="Calibri"/>
              </a:defRPr>
            </a:pPr>
            <a:r>
              <a:t>Commerce Financial Forensics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Unified cloud costs • commerce operations • margin forensics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No unified visibility into cloud costs and commerce margins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Cloud costs scattered across AWS, GCP, and Azure consoles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Commerce margins calculated in spreadsheets with no audit trail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Silent margin erosion: untracked discounts, commission drift, hidden fees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No single source of truth connecting cloud spend to product profitability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Finance teams discover problems weeks or months after they occur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Commerce Financial Forensics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costForensics: see what your margins actually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One platform: cloud costs + commerce + financial ledger + forensics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Real-time margin decomposition from revenue to net profit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SHA-256 verified forensic audit trail for every financial event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Automated anomaly detection across cloud spend and margin drift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Multi-tenant SaaS with database-per-tenant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Commerce Financial Forensics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Cloud Cost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Cost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AWS, GCP, Azure account management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Per-service cost records (EC2, S3, Lambda, etc.)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Multi-currency support with exchange rates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Automated CSV import and cloud API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Budgets with threshold alerts (50%, 80%, 100%)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Anomaly detection (spike, drift, trend, outlier)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Severity classification (low, medium, high, critical)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Monthly and quarterly cost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Commerce Financial Forensics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Commerce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Catalog &amp; Parties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Products with SKU, EAN, UPC identifiers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Cost and price tracking per product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Sellers with configurable commission rates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Customer segmentation (enterprise, SMB, consumer)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Order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Full order management: pending → shipped → delivered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Multi-item orders with quantity and pricing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Cancellation and refund workflows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Per-order cost, revenue, and margin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Commerce Financial Forensics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Financial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Ledger &amp;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Double-entry ledger (revenue, COGS, discounts, fees)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SHA-256 hash chain for tamper-evident records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Forensic events: price changes, discount applications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Full traceability from event to ledger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Promotions &amp;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Promotion rules: percentage, flat, tiered, buy-X-get-Y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Funding split: seller-funded, platform-funded, shared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Bidirectional payments (inbound + outbound)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Multi-currency exchange rate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Commerce Financial Forensics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Margin Forensics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See exactly where every cent of margin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Per-order decomposition: Revenue → COGS → Discounts → Commission → Fees → Net Margin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Gross margin and net margin percentage calculation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Margin drift detection: alerts when margins deviate from baselines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Drill-down by product, seller, customer segment, and time period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Forensic trail links every margin component to its source 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Commerce Financial Forensics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Analytics &amp;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P&amp;L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Drill-down by day, month, quarter, year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Revenue, COGS, gross profit, operating expenses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Net income with trend visualization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Comparative period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Operational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Customer retention cohort analysis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Margin drift reports with severity tracking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Cloud cost anomaly trending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Budget utilization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Commerce Financial Forensics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Data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Connect your commerce stack in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CSV import with validation, error reporting, and progress tracking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Shopify connector: product and order sync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WooCommerce connector: catalog and transaction import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MedusaJS connector: headless commerce integration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Webhook support for real-time event ingestion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Batch sync for historical data backfill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Commerce Financial Forensics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Hexagonal / clean architecture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Rich domain models with enforced invariants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Database-per-tenant isolation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Separate GORM models with mapper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Backend: Go, Gin, GORM, PostgreSQL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Frontend: React, TypeScript, Vite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UI: Material UI, Recharts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State: Zustand + TanStack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Commerce Financial Forensics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API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Production-ready API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70+ REST endpoints across 6 domains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JWT authentication with tenant-scoped authorization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Domains: Cloud Costs, Commerce, Ledger, Forensics, Analytics, Integration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Middleware chain: Recovery → RequestID → Logging → CORS → Auth → TenantDB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OpenAPI/Swagger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Commerce Financial Forensics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Why costForensics?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Forensic audit trail — SHA-256 hash chain, tamper-evident, fully traceable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Margin reality engine — see actual margins, not estimates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Unified view — cloud costs and commerce in one platform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Multi-tenant SaaS — database-per-tenant isolation, zero cross-tenant risk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Open architecture — clean hexagonal design, easy to extend and integrate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F00"/>
                </a:solidFill>
                <a:latin typeface="Calibri"/>
              </a:defRPr>
            </a:pPr>
            <a:r>
              <a:t>costForensics — Know your real margins.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